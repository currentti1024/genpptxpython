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59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52"/>
  </p:normalViewPr>
  <p:slideViewPr>
    <p:cSldViewPr snapToGrid="0" snapToObjects="1">
      <p:cViewPr varScale="1">
        <p:scale>
          <a:sx n="76" d="100"/>
          <a:sy n="76" d="100"/>
        </p:scale>
        <p:origin x="216" y="5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73" d="100"/>
          <a:sy n="73" d="100"/>
        </p:scale>
        <p:origin x="3560" y="1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6E1DE0-5209-FF4F-91C7-4C80F53079BD}" type="datetimeFigureOut">
              <a:rPr kumimoji="1" lang="zh-CN" altLang="en-US" smtClean="0"/>
              <a:t>2026/9/20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EE83A9-46F5-6B44-9398-06E06CBAF715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590529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EE7FEE5E-2B65-11D0-BF48-531FF9A0C0A8}"/>
              </a:ext>
            </a:extLst>
          </p:cNvPr>
          <p:cNvSpPr txBox="1">
            <a:spLocks/>
          </p:cNvSpPr>
          <p:nvPr userDrawn="1"/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3200" b="1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j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2E865E0-E07A-FEB0-D11D-01697D197B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FED9EC3C-3EBE-2E21-B6B9-CEA6C9AF293C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9" name="Date Placeholder 3">
            <a:extLst>
              <a:ext uri="{FF2B5EF4-FFF2-40B4-BE49-F238E27FC236}">
                <a16:creationId xmlns:a16="http://schemas.microsoft.com/office/drawing/2014/main" id="{48E0B2D8-6743-76FE-B357-80E24AE4E82B}"/>
              </a:ext>
            </a:extLst>
          </p:cNvPr>
          <p:cNvSpPr txBox="1">
            <a:spLocks/>
          </p:cNvSpPr>
          <p:nvPr userDrawn="1"/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457200" rtl="0" eaLnBrk="1" latinLnBrk="0" hangingPunct="1">
              <a:defRPr sz="1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2558FCE-BAA5-D972-1572-D208ED110AF6}"/>
              </a:ext>
            </a:extLst>
          </p:cNvPr>
          <p:cNvSpPr txBox="1">
            <a:spLocks/>
          </p:cNvSpPr>
          <p:nvPr userDrawn="1"/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457200" rtl="0" eaLnBrk="1" latinLnBrk="0" hangingPunct="1">
              <a:defRPr sz="1200" kern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1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E364A42A-1594-B309-05A1-581A3059FC5E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Placeholder 1">
            <a:extLst>
              <a:ext uri="{FF2B5EF4-FFF2-40B4-BE49-F238E27FC236}">
                <a16:creationId xmlns:a16="http://schemas.microsoft.com/office/drawing/2014/main" id="{976CE243-3DCF-5410-56D7-E030CB655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F613B57-6D41-0C8B-8473-5CED533778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B1C0986-61DD-0334-147E-9145694205D9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E91FE6D-8527-8F97-FB99-73AA486E13D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47AA4B72-996B-21DA-F70D-AD1CAEE783A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072271" y="65289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378D55E9-6622-5601-E7A5-D40B58D5486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7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DF5C294C-196A-B413-BB0E-754C335852F3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zh-CN" dirty="0"/>
              <a:t>1</a:t>
            </a:r>
            <a:r>
              <a:rPr lang="zh-CN" altLang="en-US" dirty="0"/>
              <a:t> </a:t>
            </a:r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8" y="1132714"/>
            <a:ext cx="11178209" cy="52396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64C5E11E-65BA-804C-05AC-CFD45A5AABF2}"/>
              </a:ext>
            </a:extLst>
          </p:cNvPr>
          <p:cNvSpPr/>
          <p:nvPr userDrawn="1"/>
        </p:nvSpPr>
        <p:spPr>
          <a:xfrm>
            <a:off x="0" y="6538912"/>
            <a:ext cx="12192000" cy="319088"/>
          </a:xfrm>
          <a:prstGeom prst="rect">
            <a:avLst/>
          </a:prstGeom>
          <a:solidFill>
            <a:schemeClr val="tx1"/>
          </a:solidFill>
        </p:spPr>
        <p:style>
          <a:lnRef idx="1">
            <a:schemeClr val="dk1"/>
          </a:lnRef>
          <a:fillRef idx="3">
            <a:schemeClr val="dk1"/>
          </a:fillRef>
          <a:effectRef idx="2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644" y="653891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5BCAD085-E8A6-8845-BD4E-CB4CCA059FC4}" type="datetimeFigureOut">
              <a:rPr lang="en-US" smtClean="0"/>
              <a:pPr/>
              <a:t>9/20/26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072271" y="6528973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058400" y="6492875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fld id="{C1FF6DA9-008F-8B48-92A6-B652298478BF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26" name="Picture 2" descr="可爱logo设计生成器| 可爱logo免费设计在线生成- 标小智">
            <a:extLst>
              <a:ext uri="{FF2B5EF4-FFF2-40B4-BE49-F238E27FC236}">
                <a16:creationId xmlns:a16="http://schemas.microsoft.com/office/drawing/2014/main" id="{46B4F05A-186D-B28A-B730-DE6F57E3AD7D}"/>
              </a:ext>
            </a:extLst>
          </p:cNvPr>
          <p:cNvPicPr>
            <a:picLocks noChangeAspect="1" noChangeArrowheads="1"/>
          </p:cNvPicPr>
          <p:nvPr userDrawn="1"/>
        </p:nvPicPr>
        <p:blipFill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ackgroundRemoval t="10000" b="90000" l="10000" r="90000">
                        <a14:foregroundMark x1="41125" y1="28833" x2="41125" y2="42000"/>
                        <a14:foregroundMark x1="57625" y1="30333" x2="57375" y2="42833"/>
                        <a14:foregroundMark x1="20125" y1="59167" x2="20750" y2="65667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6628" t="23298" r="16225" b="30107"/>
          <a:stretch/>
        </p:blipFill>
        <p:spPr bwMode="auto">
          <a:xfrm>
            <a:off x="10508974" y="120854"/>
            <a:ext cx="1554915" cy="80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32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Clr>
          <a:srgbClr val="C00000"/>
        </a:buClr>
        <a:buFont typeface="Wingdings" pitchFamily="2" charset="2"/>
        <a:buChar char="l"/>
        <a:defRPr sz="2800" b="1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914400" indent="-457200" algn="l" defTabSz="457200" rtl="0" eaLnBrk="1" latinLnBrk="0" hangingPunct="1">
        <a:spcBef>
          <a:spcPct val="20000"/>
        </a:spcBef>
        <a:buFont typeface="Wingdings" pitchFamily="2" charset="2"/>
        <a:buChar char="n"/>
        <a:defRPr sz="24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Wingdings" pitchFamily="2" charset="2"/>
        <a:buChar char="Ø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8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336B268-B70D-E70C-2D8D-DA05CFC0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5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PPT模版</a:t>
            </a:r>
            <a:r>
              <a:rPr lang="en-US" altLang="zh-CN" dirty="0"/>
              <a:t>-</a:t>
            </a:r>
            <a:r>
              <a:rPr lang="zh-CN" altLang="en-US" dirty="0"/>
              <a:t>循环生成图片测试</a:t>
            </a:r>
            <a:endParaRPr lang="en-US" dirty="0"/>
          </a:p>
        </p:txBody>
      </p:sp>
      <p:sp>
        <p:nvSpPr>
          <p:cNvPr id="7" name="文本 1">
            <a:extLst>
              <a:ext uri="{FF2B5EF4-FFF2-40B4-BE49-F238E27FC236}">
                <a16:creationId xmlns:a16="http://schemas.microsoft.com/office/drawing/2014/main" id="{83852F8A-68E8-98C1-7119-2B8FBA8B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12" y="829498"/>
            <a:ext cx="4634028" cy="543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buFont typeface="Wingdings" pitchFamily="2" charset="2"/>
              <a:buChar char="n"/>
            </a:pPr>
            <a:r>
              <a:rPr lang="en-US" sz="2400" dirty="0" err="1"/>
              <a:t>分类</a:t>
            </a:r>
            <a:r>
              <a:rPr lang="zh-CN" altLang="en-US" sz="2400" dirty="0"/>
              <a:t>：</a:t>
            </a:r>
            <a:r>
              <a:rPr lang="en-US" altLang="zh-CN" sz="2400" dirty="0"/>
              <a:t>{{title}}</a:t>
            </a:r>
            <a:endParaRPr lang="en-US" sz="2400" dirty="0"/>
          </a:p>
        </p:txBody>
      </p:sp>
      <p:pic>
        <p:nvPicPr>
          <p:cNvPr id="2" name="&lt;foreach item=imgs&gt;&lt;/foreach&gt;">
            <a:extLst>
              <a:ext uri="{FF2B5EF4-FFF2-40B4-BE49-F238E27FC236}">
                <a16:creationId xmlns:a16="http://schemas.microsoft.com/office/drawing/2014/main" id="{4CED8FE8-A5B8-00DD-F50F-F110FBA90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15270"/>
            <a:ext cx="4634028" cy="189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16789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A336B268-B70D-E70C-2D8D-DA05CFC030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17458"/>
            <a:ext cx="11178210" cy="8120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err="1"/>
              <a:t>PPT模版</a:t>
            </a:r>
            <a:r>
              <a:rPr lang="en-US" altLang="zh-CN" dirty="0"/>
              <a:t>-</a:t>
            </a:r>
            <a:r>
              <a:rPr lang="zh-CN" altLang="en-US" dirty="0"/>
              <a:t>组循环生成图片</a:t>
            </a:r>
            <a:r>
              <a:rPr lang="en-US" altLang="zh-CN" dirty="0"/>
              <a:t>&amp;</a:t>
            </a:r>
            <a:r>
              <a:rPr lang="zh-CN" altLang="en-US" dirty="0"/>
              <a:t>文字测试</a:t>
            </a:r>
            <a:endParaRPr lang="en-US" dirty="0"/>
          </a:p>
        </p:txBody>
      </p:sp>
      <p:sp>
        <p:nvSpPr>
          <p:cNvPr id="7" name="&lt;foreach item=tables block=reasonTable&gt;{{title}}&lt;/foreach&gt;">
            <a:extLst>
              <a:ext uri="{FF2B5EF4-FFF2-40B4-BE49-F238E27FC236}">
                <a16:creationId xmlns:a16="http://schemas.microsoft.com/office/drawing/2014/main" id="{83852F8A-68E8-98C1-7119-2B8FBA8B6D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412" y="829498"/>
            <a:ext cx="4634028" cy="54368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>
              <a:buFont typeface="Wingdings" pitchFamily="2" charset="2"/>
              <a:buChar char="n"/>
            </a:pPr>
            <a:r>
              <a:rPr lang="en-US" sz="2400" dirty="0" err="1"/>
              <a:t>分类</a:t>
            </a:r>
            <a:r>
              <a:rPr lang="zh-CN" altLang="en-US" sz="2400" dirty="0"/>
              <a:t>：</a:t>
            </a:r>
            <a:r>
              <a:rPr lang="en-US" altLang="zh-CN" sz="2400" dirty="0"/>
              <a:t>{{title}}</a:t>
            </a:r>
            <a:endParaRPr lang="en-US" sz="2400" dirty="0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CED8FE8-A5B8-00DD-F50F-F110FBA900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199" y="1315270"/>
            <a:ext cx="4634028" cy="1896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49125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691</TotalTime>
  <Words>27</Words>
  <Application>Microsoft Macintosh PowerPoint</Application>
  <PresentationFormat>宽屏</PresentationFormat>
  <Paragraphs>4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Microsoft YaHei</vt:lpstr>
      <vt:lpstr>Arial</vt:lpstr>
      <vt:lpstr>Wingdings</vt:lpstr>
      <vt:lpstr>Office Theme</vt:lpstr>
      <vt:lpstr>PPT模版-循环生成图片测试</vt:lpstr>
      <vt:lpstr>PPT模版-组循环生成图片&amp;文字测试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/>
  <cp:keywords/>
  <dc:description>generated using python-pptx</dc:description>
  <cp:lastModifiedBy>candy Lam</cp:lastModifiedBy>
  <cp:revision>26</cp:revision>
  <dcterms:created xsi:type="dcterms:W3CDTF">2013-01-27T09:14:16Z</dcterms:created>
  <dcterms:modified xsi:type="dcterms:W3CDTF">2026-09-20T08:31:56Z</dcterms:modified>
  <cp:category/>
</cp:coreProperties>
</file>