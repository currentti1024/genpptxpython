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52"/>
  </p:normalViewPr>
  <p:slideViewPr>
    <p:cSldViewPr snapToGrid="0" snapToObjects="1">
      <p:cViewPr varScale="1">
        <p:scale>
          <a:sx n="90" d="100"/>
          <a:sy n="90" d="100"/>
        </p:scale>
        <p:origin x="89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3" d="100"/>
          <a:sy n="73" d="100"/>
        </p:scale>
        <p:origin x="356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E1DE0-5209-FF4F-91C7-4C80F53079BD}" type="datetimeFigureOut">
              <a:rPr kumimoji="1" lang="zh-CN" altLang="en-US" smtClean="0"/>
              <a:t>2026/9/20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EE83A9-46F5-6B44-9398-06E06CBAF7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9052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E7FEE5E-2B65-11D0-BF48-531FF9A0C0A8}"/>
              </a:ext>
            </a:extLst>
          </p:cNvPr>
          <p:cNvSpPr txBox="1">
            <a:spLocks/>
          </p:cNvSpPr>
          <p:nvPr userDrawn="1"/>
        </p:nvSpPr>
        <p:spPr>
          <a:xfrm>
            <a:off x="457200" y="274638"/>
            <a:ext cx="11178210" cy="81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2E865E0-E07A-FEB0-D11D-01697D197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8" y="1132714"/>
            <a:ext cx="11178209" cy="5239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D9EC3C-3EBE-2E21-B6B9-CEA6C9AF293C}"/>
              </a:ext>
            </a:extLst>
          </p:cNvPr>
          <p:cNvSpPr/>
          <p:nvPr userDrawn="1"/>
        </p:nvSpPr>
        <p:spPr>
          <a:xfrm>
            <a:off x="0" y="6538912"/>
            <a:ext cx="12192000" cy="319088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8E0B2D8-6743-76FE-B357-80E24AE4E82B}"/>
              </a:ext>
            </a:extLst>
          </p:cNvPr>
          <p:cNvSpPr txBox="1">
            <a:spLocks/>
          </p:cNvSpPr>
          <p:nvPr userDrawn="1"/>
        </p:nvSpPr>
        <p:spPr>
          <a:xfrm>
            <a:off x="112644" y="653891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BCAD085-E8A6-8845-BD4E-CB4CCA059FC4}" type="datetimeFigureOut">
              <a:rPr lang="en-US" smtClean="0"/>
              <a:pPr/>
              <a:t>9/20/26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2558FCE-BAA5-D972-1572-D208ED110AF6}"/>
              </a:ext>
            </a:extLst>
          </p:cNvPr>
          <p:cNvSpPr txBox="1">
            <a:spLocks/>
          </p:cNvSpPr>
          <p:nvPr userDrawn="1"/>
        </p:nvSpPr>
        <p:spPr>
          <a:xfrm>
            <a:off x="10058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2" descr="可爱logo设计生成器| 可爱logo免费设计在线生成- 标小智">
            <a:extLst>
              <a:ext uri="{FF2B5EF4-FFF2-40B4-BE49-F238E27FC236}">
                <a16:creationId xmlns:a16="http://schemas.microsoft.com/office/drawing/2014/main" id="{E364A42A-1594-B309-05A1-581A3059FC5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125" y1="28833" x2="41125" y2="42000"/>
                        <a14:foregroundMark x1="57625" y1="30333" x2="57375" y2="42833"/>
                        <a14:foregroundMark x1="20125" y1="59167" x2="20750" y2="65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628" t="23298" r="16225" b="30107"/>
          <a:stretch/>
        </p:blipFill>
        <p:spPr bwMode="auto">
          <a:xfrm>
            <a:off x="10508974" y="120854"/>
            <a:ext cx="1554915" cy="80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976CE243-3DCF-5410-56D7-E030CB655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178210" cy="81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F613B57-6D41-0C8B-8473-5CED53377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8" y="1132714"/>
            <a:ext cx="11178209" cy="5239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1C0986-61DD-0334-147E-9145694205D9}"/>
              </a:ext>
            </a:extLst>
          </p:cNvPr>
          <p:cNvSpPr/>
          <p:nvPr userDrawn="1"/>
        </p:nvSpPr>
        <p:spPr>
          <a:xfrm>
            <a:off x="0" y="6538912"/>
            <a:ext cx="12192000" cy="319088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E91FE6D-8527-8F97-FB99-73AA486E13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2644" y="653891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5BCAD085-E8A6-8845-BD4E-CB4CCA059FC4}" type="datetimeFigureOut">
              <a:rPr lang="en-US" smtClean="0"/>
              <a:pPr/>
              <a:t>9/20/26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47AA4B72-996B-21DA-F70D-AD1CAEE783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2271" y="652897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78D55E9-6622-5601-E7A5-D40B58D548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58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7" name="Picture 2" descr="可爱logo设计生成器| 可爱logo免费设计在线生成- 标小智">
            <a:extLst>
              <a:ext uri="{FF2B5EF4-FFF2-40B4-BE49-F238E27FC236}">
                <a16:creationId xmlns:a16="http://schemas.microsoft.com/office/drawing/2014/main" id="{DF5C294C-196A-B413-BB0E-754C335852F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125" y1="28833" x2="41125" y2="42000"/>
                        <a14:foregroundMark x1="57625" y1="30333" x2="57375" y2="42833"/>
                        <a14:foregroundMark x1="20125" y1="59167" x2="20750" y2="65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628" t="23298" r="16225" b="30107"/>
          <a:stretch/>
        </p:blipFill>
        <p:spPr bwMode="auto">
          <a:xfrm>
            <a:off x="10508974" y="120854"/>
            <a:ext cx="1554915" cy="80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178210" cy="81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8" y="1132714"/>
            <a:ext cx="11178209" cy="5239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C5E11E-65BA-804C-05AC-CFD45A5AABF2}"/>
              </a:ext>
            </a:extLst>
          </p:cNvPr>
          <p:cNvSpPr/>
          <p:nvPr userDrawn="1"/>
        </p:nvSpPr>
        <p:spPr>
          <a:xfrm>
            <a:off x="0" y="6538912"/>
            <a:ext cx="12192000" cy="319088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2644" y="653891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5BCAD085-E8A6-8845-BD4E-CB4CCA059FC4}" type="datetimeFigureOut">
              <a:rPr lang="en-US" smtClean="0"/>
              <a:pPr/>
              <a:t>9/20/26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72271" y="652897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58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可爱logo设计生成器| 可爱logo免费设计在线生成- 标小智">
            <a:extLst>
              <a:ext uri="{FF2B5EF4-FFF2-40B4-BE49-F238E27FC236}">
                <a16:creationId xmlns:a16="http://schemas.microsoft.com/office/drawing/2014/main" id="{46B4F05A-186D-B28A-B730-DE6F57E3AD7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41125" y1="28833" x2="41125" y2="42000"/>
                        <a14:foregroundMark x1="57625" y1="30333" x2="57375" y2="42833"/>
                        <a14:foregroundMark x1="20125" y1="59167" x2="20750" y2="65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628" t="23298" r="16225" b="30107"/>
          <a:stretch/>
        </p:blipFill>
        <p:spPr bwMode="auto">
          <a:xfrm>
            <a:off x="10508974" y="120854"/>
            <a:ext cx="1554915" cy="80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C00000"/>
        </a:buClr>
        <a:buFont typeface="Wingdings" pitchFamily="2" charset="2"/>
        <a:buChar char="l"/>
        <a:defRPr sz="2800" b="1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914400" indent="-457200" algn="l" defTabSz="457200" rtl="0" eaLnBrk="1" latinLnBrk="0" hangingPunct="1">
        <a:spcBef>
          <a:spcPct val="20000"/>
        </a:spcBef>
        <a:buFont typeface="Wingdings" pitchFamily="2" charset="2"/>
        <a:buChar char="n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Wingdings" pitchFamily="2" charset="2"/>
        <a:buChar char="Ø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336B268-B70D-E70C-2D8D-DA05CFC03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178210" cy="81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PPT模版</a:t>
            </a:r>
            <a:endParaRPr lang="en-US" dirty="0"/>
          </a:p>
        </p:txBody>
      </p:sp>
      <p:sp>
        <p:nvSpPr>
          <p:cNvPr id="7" name="&lt;foreach item=tables block=reasonTable&gt;{{title}}&lt;/foreach&gt;">
            <a:extLst>
              <a:ext uri="{FF2B5EF4-FFF2-40B4-BE49-F238E27FC236}">
                <a16:creationId xmlns:a16="http://schemas.microsoft.com/office/drawing/2014/main" id="{83852F8A-68E8-98C1-7119-2B8FBA8B6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86678"/>
            <a:ext cx="11178209" cy="543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err="1"/>
              <a:t>分类</a:t>
            </a:r>
            <a:r>
              <a:rPr lang="zh-CN" altLang="en-US" dirty="0"/>
              <a:t>：</a:t>
            </a:r>
            <a:r>
              <a:rPr lang="en-US" altLang="zh-CN" dirty="0"/>
              <a:t>{{title}}</a:t>
            </a:r>
            <a:endParaRPr lang="en-US" dirty="0"/>
          </a:p>
        </p:txBody>
      </p:sp>
      <p:graphicFrame>
        <p:nvGraphicFramePr>
          <p:cNvPr id="9" name="&lt;foreach item=tables block=reasonTable&gt;{{tableName}}&lt;/foreach&gt;">
            <a:extLst>
              <a:ext uri="{FF2B5EF4-FFF2-40B4-BE49-F238E27FC236}">
                <a16:creationId xmlns:a16="http://schemas.microsoft.com/office/drawing/2014/main" id="{64584D2C-FF9A-7E37-C375-58EAB835D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964324"/>
              </p:ext>
            </p:extLst>
          </p:nvPr>
        </p:nvGraphicFramePr>
        <p:xfrm>
          <a:off x="1774827" y="1798321"/>
          <a:ext cx="8128001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36812149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156001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5031293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6631669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587833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6521512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7841385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004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818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786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1678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7</Words>
  <Application>Microsoft Macintosh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Microsoft YaHei</vt:lpstr>
      <vt:lpstr>Arial</vt:lpstr>
      <vt:lpstr>Calibri</vt:lpstr>
      <vt:lpstr>Wingdings</vt:lpstr>
      <vt:lpstr>Office Theme</vt:lpstr>
      <vt:lpstr>PPT模版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candy Lam</cp:lastModifiedBy>
  <cp:revision>22</cp:revision>
  <dcterms:created xsi:type="dcterms:W3CDTF">2013-01-27T09:14:16Z</dcterms:created>
  <dcterms:modified xsi:type="dcterms:W3CDTF">2026-09-20T08:20:06Z</dcterms:modified>
  <cp:category/>
</cp:coreProperties>
</file>