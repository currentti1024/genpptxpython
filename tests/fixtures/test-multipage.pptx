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9" r:id="rId2"/>
    <p:sldId id="258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58"/>
    <p:restoredTop sz="94652"/>
  </p:normalViewPr>
  <p:slideViewPr>
    <p:cSldViewPr snapToGrid="0" snapToObjects="1">
      <p:cViewPr varScale="1">
        <p:scale>
          <a:sx n="57" d="100"/>
          <a:sy n="57" d="100"/>
        </p:scale>
        <p:origin x="184" y="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3" d="100"/>
          <a:sy n="73" d="100"/>
        </p:scale>
        <p:origin x="3560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E1DE0-5209-FF4F-91C7-4C80F53079BD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EE83A9-46F5-6B44-9398-06E06CBAF7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9052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2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3.wdp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E7FEE5E-2B65-11D0-BF48-531FF9A0C0A8}"/>
              </a:ext>
            </a:extLst>
          </p:cNvPr>
          <p:cNvSpPr txBox="1">
            <a:spLocks/>
          </p:cNvSpPr>
          <p:nvPr userDrawn="1"/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2E865E0-E07A-FEB0-D11D-01697D197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132714"/>
            <a:ext cx="11178209" cy="523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D9EC3C-3EBE-2E21-B6B9-CEA6C9AF293C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8E0B2D8-6743-76FE-B357-80E24AE4E82B}"/>
              </a:ext>
            </a:extLst>
          </p:cNvPr>
          <p:cNvSpPr txBox="1">
            <a:spLocks/>
          </p:cNvSpPr>
          <p:nvPr userDrawn="1"/>
        </p:nvSpPr>
        <p:spPr>
          <a:xfrm>
            <a:off x="112644" y="653891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CAD085-E8A6-8845-BD4E-CB4CCA059FC4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2558FCE-BAA5-D972-1572-D208ED110AF6}"/>
              </a:ext>
            </a:extLst>
          </p:cNvPr>
          <p:cNvSpPr txBox="1">
            <a:spLocks/>
          </p:cNvSpPr>
          <p:nvPr userDrawn="1"/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 descr="可爱logo设计生成器| 可爱logo免费设计在线生成- 标小智">
            <a:extLst>
              <a:ext uri="{FF2B5EF4-FFF2-40B4-BE49-F238E27FC236}">
                <a16:creationId xmlns:a16="http://schemas.microsoft.com/office/drawing/2014/main" id="{E364A42A-1594-B309-05A1-581A3059FC5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125" y1="28833" x2="41125" y2="42000"/>
                        <a14:foregroundMark x1="57625" y1="30333" x2="57375" y2="42833"/>
                        <a14:foregroundMark x1="20125" y1="59167" x2="20750" y2="6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3298" r="16225" b="30107"/>
          <a:stretch/>
        </p:blipFill>
        <p:spPr bwMode="auto">
          <a:xfrm>
            <a:off x="10508974" y="120854"/>
            <a:ext cx="1554915" cy="8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976CE243-3DCF-5410-56D7-E030CB65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F613B57-6D41-0C8B-8473-5CED53377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132714"/>
            <a:ext cx="11178209" cy="523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1C0986-61DD-0334-147E-9145694205D9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E91FE6D-8527-8F97-FB99-73AA486E1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2644" y="653891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5BCAD085-E8A6-8845-BD4E-CB4CCA059FC4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7AA4B72-996B-21DA-F70D-AD1CAEE78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2271" y="652897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78D55E9-6622-5601-E7A5-D40B58D54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Picture 2" descr="可爱logo设计生成器| 可爱logo免费设计在线生成- 标小智">
            <a:extLst>
              <a:ext uri="{FF2B5EF4-FFF2-40B4-BE49-F238E27FC236}">
                <a16:creationId xmlns:a16="http://schemas.microsoft.com/office/drawing/2014/main" id="{DF5C294C-196A-B413-BB0E-754C335852F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125" y1="28833" x2="41125" y2="42000"/>
                        <a14:foregroundMark x1="57625" y1="30333" x2="57375" y2="42833"/>
                        <a14:foregroundMark x1="20125" y1="59167" x2="20750" y2="6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3298" r="16225" b="30107"/>
          <a:stretch/>
        </p:blipFill>
        <p:spPr bwMode="auto">
          <a:xfrm>
            <a:off x="10508974" y="120854"/>
            <a:ext cx="1554915" cy="8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8" y="1132714"/>
            <a:ext cx="11178209" cy="523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C5E11E-65BA-804C-05AC-CFD45A5AABF2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2644" y="653891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5BCAD085-E8A6-8845-BD4E-CB4CCA059FC4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72271" y="652897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可爱logo设计生成器| 可爱logo免费设计在线生成- 标小智">
            <a:extLst>
              <a:ext uri="{FF2B5EF4-FFF2-40B4-BE49-F238E27FC236}">
                <a16:creationId xmlns:a16="http://schemas.microsoft.com/office/drawing/2014/main" id="{46B4F05A-186D-B28A-B730-DE6F57E3AD7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41125" y1="28833" x2="41125" y2="42000"/>
                        <a14:foregroundMark x1="57625" y1="30333" x2="57375" y2="42833"/>
                        <a14:foregroundMark x1="20125" y1="59167" x2="20750" y2="6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3298" r="16225" b="30107"/>
          <a:stretch/>
        </p:blipFill>
        <p:spPr bwMode="auto">
          <a:xfrm>
            <a:off x="10508974" y="120854"/>
            <a:ext cx="1554915" cy="8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C00000"/>
        </a:buClr>
        <a:buFont typeface="Wingdings" pitchFamily="2" charset="2"/>
        <a:buChar char="l"/>
        <a:defRPr sz="28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914400" indent="-457200" algn="l" defTabSz="457200" rtl="0" eaLnBrk="1" latinLnBrk="0" hangingPunct="1">
        <a:spcBef>
          <a:spcPct val="20000"/>
        </a:spcBef>
        <a:buFont typeface="Wingdings" pitchFamily="2" charset="2"/>
        <a:buChar char="n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Ø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336B268-B70D-E70C-2D8D-DA05CFC0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15271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CPS</a:t>
            </a:r>
          </a:p>
        </p:txBody>
      </p:sp>
      <p:graphicFrame>
        <p:nvGraphicFramePr>
          <p:cNvPr id="9" name="&lt;foreach item=cpsTables&gt;CPS table&lt;/foreach&gt;">
            <a:extLst>
              <a:ext uri="{FF2B5EF4-FFF2-40B4-BE49-F238E27FC236}">
                <a16:creationId xmlns:a16="http://schemas.microsoft.com/office/drawing/2014/main" id="{64584D2C-FF9A-7E37-C375-58EAB835D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702411"/>
              </p:ext>
            </p:extLst>
          </p:nvPr>
        </p:nvGraphicFramePr>
        <p:xfrm>
          <a:off x="1774825" y="1844358"/>
          <a:ext cx="8128001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3681214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156001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031293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6631669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87833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521512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84138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00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1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289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786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973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336B268-B70D-E70C-2D8D-DA05CFC0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018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CNS</a:t>
            </a:r>
          </a:p>
        </p:txBody>
      </p:sp>
      <p:sp>
        <p:nvSpPr>
          <p:cNvPr id="7" name="&lt;foreach item=tables block=reasonTable&gt;Classification&lt;/foreach&gt;">
            <a:extLst>
              <a:ext uri="{FF2B5EF4-FFF2-40B4-BE49-F238E27FC236}">
                <a16:creationId xmlns:a16="http://schemas.microsoft.com/office/drawing/2014/main" id="{83852F8A-68E8-98C1-7119-2B8FBA8B6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8675"/>
            <a:ext cx="11178209" cy="543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分类：{{title}}&lt;if status&gt; — {{status}}&lt;/if&gt;</a:t>
            </a:r>
            <a:endParaRPr lang="en-US" dirty="0"/>
          </a:p>
        </p:txBody>
      </p:sp>
      <p:graphicFrame>
        <p:nvGraphicFramePr>
          <p:cNvPr id="9" name="&lt;foreach item=tables block=reasonTable&gt;{{table1}}&lt;/foreach&gt;">
            <a:extLst>
              <a:ext uri="{FF2B5EF4-FFF2-40B4-BE49-F238E27FC236}">
                <a16:creationId xmlns:a16="http://schemas.microsoft.com/office/drawing/2014/main" id="{64584D2C-FF9A-7E37-C375-58EAB835D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382920"/>
              </p:ext>
            </p:extLst>
          </p:nvPr>
        </p:nvGraphicFramePr>
        <p:xfrm>
          <a:off x="1940310" y="1588808"/>
          <a:ext cx="8128001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3681214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156001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031293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6631669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87833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521512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84138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00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289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786995"/>
                  </a:ext>
                </a:extLst>
              </a:tr>
            </a:tbl>
          </a:graphicData>
        </a:graphic>
      </p:graphicFrame>
      <p:pic>
        <p:nvPicPr>
          <p:cNvPr id="11" name="&lt;foreach item=tables block=reasonTable cols=1&gt;{{images}}&lt;/foreach&gt;（x，y）">
            <a:extLst>
              <a:ext uri="{FF2B5EF4-FFF2-40B4-BE49-F238E27FC236}">
                <a16:creationId xmlns:a16="http://schemas.microsoft.com/office/drawing/2014/main" id="{23D6D607-372B-4CFB-7AF0-75752BEDA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310" y="2743893"/>
            <a:ext cx="2564783" cy="1112520"/>
          </a:xfrm>
          <a:prstGeom prst="rect">
            <a:avLst/>
          </a:prstGeom>
        </p:spPr>
      </p:pic>
      <p:pic>
        <p:nvPicPr>
          <p:cNvPr id="12" name="&lt;foreach item=tables block=reasonTable&gt;{{image2}}&lt;/foreach&gt;（x，y）">
            <a:extLst>
              <a:ext uri="{FF2B5EF4-FFF2-40B4-BE49-F238E27FC236}">
                <a16:creationId xmlns:a16="http://schemas.microsoft.com/office/drawing/2014/main" id="{23380B1A-5C03-C17F-185B-E507E8E3F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872" y="2821870"/>
            <a:ext cx="2367778" cy="103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7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336B268-B70D-E70C-2D8D-DA05CFC0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15271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Cns</a:t>
            </a:r>
            <a:r>
              <a:rPr lang="en-US" dirty="0"/>
              <a:t> overall</a:t>
            </a:r>
          </a:p>
        </p:txBody>
      </p:sp>
      <p:graphicFrame>
        <p:nvGraphicFramePr>
          <p:cNvPr id="9" name="&lt;foreach item=ovrTables&gt;Overall table&lt;/foreach&gt;">
            <a:extLst>
              <a:ext uri="{FF2B5EF4-FFF2-40B4-BE49-F238E27FC236}">
                <a16:creationId xmlns:a16="http://schemas.microsoft.com/office/drawing/2014/main" id="{64584D2C-FF9A-7E37-C375-58EAB835D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933467"/>
              </p:ext>
            </p:extLst>
          </p:nvPr>
        </p:nvGraphicFramePr>
        <p:xfrm>
          <a:off x="1982302" y="3882553"/>
          <a:ext cx="8128001" cy="1478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3681214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156001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031293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6631669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87833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521512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84138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00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1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289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786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596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5</Words>
  <Application>Microsoft Macintosh PowerPoint</Application>
  <PresentationFormat>宽屏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Microsoft YaHei</vt:lpstr>
      <vt:lpstr>Arial</vt:lpstr>
      <vt:lpstr>Calibri</vt:lpstr>
      <vt:lpstr>Wingdings</vt:lpstr>
      <vt:lpstr>Office Theme</vt:lpstr>
      <vt:lpstr>CPS</vt:lpstr>
      <vt:lpstr>CNS</vt:lpstr>
      <vt:lpstr>Cns overall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candy Lam</cp:lastModifiedBy>
  <cp:revision>32</cp:revision>
  <dcterms:created xsi:type="dcterms:W3CDTF">2013-01-27T09:14:16Z</dcterms:created>
  <dcterms:modified xsi:type="dcterms:W3CDTF">2026-10-11T16:42:01Z</dcterms:modified>
  <cp:category/>
</cp:coreProperties>
</file>